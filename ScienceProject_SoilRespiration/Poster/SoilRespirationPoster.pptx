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sldIdLst>
    <p:sldId id="295" r:id="rId3"/>
  </p:sldIdLst>
  <p:sldSz cx="43891200" cy="32918400"/>
  <p:notesSz cx="7315200" cy="96012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6708">
          <p15:clr>
            <a:srgbClr val="A4A3A4"/>
          </p15:clr>
        </p15:guide>
        <p15:guide id="6" pos="20904">
          <p15:clr>
            <a:srgbClr val="A4A3A4"/>
          </p15:clr>
        </p15:guide>
        <p15:guide id="7" pos="7082">
          <p15:clr>
            <a:srgbClr val="A4A3A4"/>
          </p15:clr>
        </p15:guide>
        <p15:guide id="8" pos="20582">
          <p15:clr>
            <a:srgbClr val="A4A3A4"/>
          </p15:clr>
        </p15:guide>
        <p15:guide id="9" pos="27330">
          <p15:clr>
            <a:srgbClr val="A4A3A4"/>
          </p15:clr>
        </p15:guide>
        <p15:guide id="10" pos="326">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3B7193"/>
    <a:srgbClr val="2C556E"/>
    <a:srgbClr val="E7E7E5"/>
    <a:srgbClr val="E4E7E8"/>
    <a:srgbClr val="EDE8DF"/>
    <a:srgbClr val="E0E9E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6" autoAdjust="0"/>
    <p:restoredTop sz="94851" autoAdjust="0"/>
  </p:normalViewPr>
  <p:slideViewPr>
    <p:cSldViewPr snapToGrid="0" snapToObjects="1" showGuides="1">
      <p:cViewPr>
        <p:scale>
          <a:sx n="30" d="100"/>
          <a:sy n="30" d="100"/>
        </p:scale>
        <p:origin x="2012" y="36"/>
      </p:cViewPr>
      <p:guideLst>
        <p:guide orient="horz" pos="3318"/>
        <p:guide orient="horz" pos="288"/>
        <p:guide orient="horz" pos="20160"/>
        <p:guide orient="horz"/>
        <p:guide pos="6708"/>
        <p:guide pos="20904"/>
        <p:guide pos="7082"/>
        <p:guide pos="20582"/>
        <p:guide pos="27330"/>
        <p:guide pos="32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7" d="100"/>
          <a:sy n="77" d="100"/>
        </p:scale>
        <p:origin x="-3138"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28" tIns="48314" rIns="96628" bIns="48314"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28" tIns="48314" rIns="96628" bIns="48314" rtlCol="0"/>
          <a:lstStyle>
            <a:lvl1pPr algn="r">
              <a:defRPr sz="1300"/>
            </a:lvl1pPr>
          </a:lstStyle>
          <a:p>
            <a:fld id="{E6CC2317-6751-4CD4-9995-8782DD78E936}" type="datetimeFigureOut">
              <a:rPr lang="en-US" smtClean="0"/>
              <a:pPr/>
              <a:t>2/23/2025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28" tIns="48314" rIns="96628" bIns="48314"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28" tIns="48314" rIns="96628" bIns="483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28" tIns="48314" rIns="96628" bIns="4831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28" tIns="48314" rIns="96628" bIns="48314"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119091248"/>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rifold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27049" y="6021370"/>
            <a:ext cx="10196513"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7049" y="5267325"/>
            <a:ext cx="10196513"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17525" y="14197507"/>
            <a:ext cx="10210799"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252201" y="6021371"/>
            <a:ext cx="21421724"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242675" y="5267326"/>
            <a:ext cx="21431250"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252201" y="20505756"/>
            <a:ext cx="21421724"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252201" y="19751711"/>
            <a:ext cx="21421724"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185100" y="5267325"/>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185099" y="6021370"/>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185102" y="19751711"/>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185101" y="20505756"/>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185099" y="27421962"/>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185099" y="28268326"/>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27049" y="14951552"/>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11224245" y="1438210"/>
            <a:ext cx="21421724"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47" name="Text Placeholder 76"/>
          <p:cNvSpPr>
            <a:spLocks noGrp="1"/>
          </p:cNvSpPr>
          <p:nvPr>
            <p:ph type="body" sz="quarter" idx="184" hasCustomPrompt="1"/>
          </p:nvPr>
        </p:nvSpPr>
        <p:spPr>
          <a:xfrm>
            <a:off x="11224245" y="2504523"/>
            <a:ext cx="21421724" cy="646331"/>
          </a:xfrm>
          <a:prstGeom prst="rect">
            <a:avLst/>
          </a:prstGeom>
        </p:spPr>
        <p:txBody>
          <a:bodyPr anchor="t" anchorCtr="0">
            <a:spAutoFit/>
          </a:bodyPr>
          <a:lstStyle>
            <a:lvl1pPr marL="0" indent="0" algn="ctr">
              <a:buFontTx/>
              <a:buNone/>
              <a:defRPr sz="36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48" name="Text Placeholder 76"/>
          <p:cNvSpPr>
            <a:spLocks noGrp="1"/>
          </p:cNvSpPr>
          <p:nvPr>
            <p:ph type="body" sz="quarter" idx="185" hasCustomPrompt="1"/>
          </p:nvPr>
        </p:nvSpPr>
        <p:spPr>
          <a:xfrm>
            <a:off x="11224245" y="282188"/>
            <a:ext cx="21421724" cy="1015663"/>
          </a:xfrm>
          <a:prstGeom prst="rect">
            <a:avLst/>
          </a:prstGeom>
        </p:spPr>
        <p:txBody>
          <a:bodyPr anchor="t" anchorCtr="0">
            <a:spAutoFit/>
          </a:bodyPr>
          <a:lstStyle>
            <a:lvl1pPr marL="0" indent="0" algn="ctr">
              <a:buFontTx/>
              <a:buNone/>
              <a:defRPr sz="60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27049" y="6021370"/>
            <a:ext cx="101965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7049" y="5267325"/>
            <a:ext cx="10196513"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17525" y="14197507"/>
            <a:ext cx="1021079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252201" y="6021371"/>
            <a:ext cx="2142172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242675" y="5267326"/>
            <a:ext cx="214312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252201" y="20505756"/>
            <a:ext cx="2142172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252201" y="19751711"/>
            <a:ext cx="2142172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185100" y="5267325"/>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185099" y="6021370"/>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185098" y="14257357"/>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185097" y="15011402"/>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185095" y="25679401"/>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185096" y="26433446"/>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27049" y="14951552"/>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11224245" y="1785731"/>
            <a:ext cx="21421724" cy="1280160"/>
          </a:xfrm>
          <a:prstGeom prst="rect">
            <a:avLst/>
          </a:prstGeom>
        </p:spPr>
        <p:txBody>
          <a:bodyPr>
            <a:normAutofit/>
          </a:bodyPr>
          <a:lstStyle>
            <a:lvl1pPr marL="0" indent="0" algn="ctr">
              <a:buFontTx/>
              <a:buNone/>
              <a:defRPr sz="6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47" name="Text Placeholder 76"/>
          <p:cNvSpPr>
            <a:spLocks noGrp="1"/>
          </p:cNvSpPr>
          <p:nvPr>
            <p:ph type="body" sz="quarter" idx="184" hasCustomPrompt="1"/>
          </p:nvPr>
        </p:nvSpPr>
        <p:spPr>
          <a:xfrm>
            <a:off x="11224245" y="3117452"/>
            <a:ext cx="21421724" cy="1163782"/>
          </a:xfrm>
          <a:prstGeom prst="rect">
            <a:avLst/>
          </a:prstGeom>
        </p:spPr>
        <p:txBody>
          <a:bodyPr>
            <a:normAutofit/>
          </a:bodyPr>
          <a:lstStyle>
            <a:lvl1pPr marL="0" indent="0" algn="ctr">
              <a:buFontTx/>
              <a:buNone/>
              <a:defRPr sz="54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48" name="Text Placeholder 76"/>
          <p:cNvSpPr>
            <a:spLocks noGrp="1"/>
          </p:cNvSpPr>
          <p:nvPr>
            <p:ph type="body" sz="quarter" idx="185" hasCustomPrompt="1"/>
          </p:nvPr>
        </p:nvSpPr>
        <p:spPr>
          <a:xfrm>
            <a:off x="11224245" y="417443"/>
            <a:ext cx="21421724" cy="1280160"/>
          </a:xfrm>
          <a:prstGeom prst="rect">
            <a:avLst/>
          </a:prstGeom>
        </p:spPr>
        <p:txBody>
          <a:bodyPr>
            <a:normAutofit/>
          </a:bodyPr>
          <a:lstStyle>
            <a:lvl1pPr marL="0" indent="0" algn="ctr">
              <a:buFontTx/>
              <a:buNone/>
              <a:defRPr sz="88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68523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2C49E-C8AE-7506-CECC-550C89597A6D}"/>
              </a:ext>
            </a:extLst>
          </p:cNvPr>
          <p:cNvSpPr/>
          <p:nvPr userDrawn="1"/>
        </p:nvSpPr>
        <p:spPr>
          <a:xfrm>
            <a:off x="0" y="32077025"/>
            <a:ext cx="43929300" cy="118427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590553" y="32499697"/>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01653003-AF6A-CE42-AF77-467563BA894E}"/>
              </a:ext>
            </a:extLst>
          </p:cNvPr>
          <p:cNvGraphicFramePr>
            <a:graphicFrameLocks noGrp="1"/>
          </p:cNvGraphicFramePr>
          <p:nvPr userDrawn="1">
            <p:extLst>
              <p:ext uri="{D42A27DB-BD31-4B8C-83A1-F6EECF244321}">
                <p14:modId xmlns:p14="http://schemas.microsoft.com/office/powerpoint/2010/main" val="4250534553"/>
              </p:ext>
            </p:extLst>
          </p:nvPr>
        </p:nvGraphicFramePr>
        <p:xfrm>
          <a:off x="-10611120" y="14098"/>
          <a:ext cx="9776869" cy="32750835"/>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b="1" i="0" dirty="0">
                          <a:solidFill>
                            <a:srgbClr val="FFC000"/>
                          </a:solidFill>
                          <a:latin typeface="Arial"/>
                          <a:cs typeface="Arial"/>
                        </a:rPr>
                        <a:t>36"x48” Trifold </a:t>
                      </a:r>
                      <a:r>
                        <a:rPr lang="en-US" sz="2000" i="0" dirty="0">
                          <a:solidFill>
                            <a:srgbClr val="D9D9D9"/>
                          </a:solidFill>
                          <a:latin typeface="Arial"/>
                          <a:cs typeface="Arial"/>
                        </a:rPr>
                        <a:t>presentation poster board.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644032">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poster template for a </a:t>
                      </a:r>
                      <a:br>
                        <a:rPr lang="en-US" sz="2000" dirty="0">
                          <a:solidFill>
                            <a:schemeClr val="bg1"/>
                          </a:solidFill>
                          <a:latin typeface="Arial" panose="020B0604020202020204" pitchFamily="34" charset="0"/>
                          <a:cs typeface="Arial" panose="020B0604020202020204" pitchFamily="34" charset="0"/>
                        </a:rPr>
                      </a:br>
                      <a:r>
                        <a:rPr lang="en-US" sz="4800" b="1" dirty="0">
                          <a:solidFill>
                            <a:srgbClr val="FFC000"/>
                          </a:solidFill>
                          <a:latin typeface="Arial" panose="020B0604020202020204" pitchFamily="34" charset="0"/>
                          <a:cs typeface="Arial" panose="020B0604020202020204" pitchFamily="34" charset="0"/>
                        </a:rPr>
                        <a:t>TRIFOLD</a:t>
                      </a:r>
                      <a:br>
                        <a:rPr lang="en-US" sz="36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(3 feet tall by 4 feet wide)</a:t>
                      </a:r>
                      <a:br>
                        <a:rPr lang="en-US" sz="2000" dirty="0">
                          <a:solidFill>
                            <a:schemeClr val="bg1"/>
                          </a:solidFill>
                          <a:latin typeface="Arial" panose="020B0604020202020204" pitchFamily="34" charset="0"/>
                          <a:cs typeface="Arial" panose="020B0604020202020204" pitchFamily="34" charset="0"/>
                        </a:rPr>
                      </a:br>
                      <a:r>
                        <a:rPr lang="en-US" sz="2000" dirty="0">
                          <a:solidFill>
                            <a:schemeClr val="bg1"/>
                          </a:solidFill>
                          <a:latin typeface="Arial" panose="020B0604020202020204" pitchFamily="34" charset="0"/>
                          <a:cs typeface="Arial" panose="020B0604020202020204" pitchFamily="34" charset="0"/>
                        </a:rPr>
                        <a:t>presentation board</a:t>
                      </a:r>
                    </a:p>
                    <a:p>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endParaRPr lang="en-US" sz="20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88BF79A5-2E39-B244-8274-FC9BFF416B62}"/>
              </a:ext>
            </a:extLst>
          </p:cNvPr>
          <p:cNvGraphicFramePr>
            <a:graphicFrameLocks noGrp="1"/>
          </p:cNvGraphicFramePr>
          <p:nvPr userDrawn="1">
            <p:extLst>
              <p:ext uri="{D42A27DB-BD31-4B8C-83A1-F6EECF244321}">
                <p14:modId xmlns:p14="http://schemas.microsoft.com/office/powerpoint/2010/main" val="3505211518"/>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2022</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grpSp>
        <p:nvGrpSpPr>
          <p:cNvPr id="6" name="Group 5">
            <a:extLst>
              <a:ext uri="{FF2B5EF4-FFF2-40B4-BE49-F238E27FC236}">
                <a16:creationId xmlns:a16="http://schemas.microsoft.com/office/drawing/2014/main" id="{398D248F-18FC-8C85-139E-81D60741FD31}"/>
              </a:ext>
            </a:extLst>
          </p:cNvPr>
          <p:cNvGrpSpPr/>
          <p:nvPr userDrawn="1"/>
        </p:nvGrpSpPr>
        <p:grpSpPr>
          <a:xfrm>
            <a:off x="0" y="14098"/>
            <a:ext cx="43929300" cy="4314166"/>
            <a:chOff x="0" y="-1"/>
            <a:chExt cx="12192000" cy="1219223"/>
          </a:xfrm>
        </p:grpSpPr>
        <p:sp>
          <p:nvSpPr>
            <p:cNvPr id="7" name="Document 6">
              <a:extLst>
                <a:ext uri="{FF2B5EF4-FFF2-40B4-BE49-F238E27FC236}">
                  <a16:creationId xmlns:a16="http://schemas.microsoft.com/office/drawing/2014/main" id="{96118CF8-BD77-6C57-C2E7-A6873BCEA09A}"/>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C8AD6CAC-CE5A-8888-96FD-72FE0BB86427}"/>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819153" y="32232601"/>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226230357"/>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F638C8-A4F0-499E-560B-19E4341AF168}"/>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135BE7D2-92E0-694F-0BD2-6B397E62F6F0}"/>
              </a:ext>
            </a:extLst>
          </p:cNvPr>
          <p:cNvSpPr>
            <a:spLocks noGrp="1"/>
          </p:cNvSpPr>
          <p:nvPr>
            <p:ph type="body" sz="quarter" idx="11"/>
          </p:nvPr>
        </p:nvSpPr>
        <p:spPr/>
        <p:txBody>
          <a:bodyPr/>
          <a:lstStyle/>
          <a:p>
            <a:r>
              <a:rPr lang="en-US" dirty="0"/>
              <a:t>Abstract</a:t>
            </a:r>
          </a:p>
        </p:txBody>
      </p:sp>
      <p:sp>
        <p:nvSpPr>
          <p:cNvPr id="4" name="Text Placeholder 3">
            <a:extLst>
              <a:ext uri="{FF2B5EF4-FFF2-40B4-BE49-F238E27FC236}">
                <a16:creationId xmlns:a16="http://schemas.microsoft.com/office/drawing/2014/main" id="{4435E8BD-132B-FA5A-6F65-D116CBC768C6}"/>
              </a:ext>
            </a:extLst>
          </p:cNvPr>
          <p:cNvSpPr>
            <a:spLocks noGrp="1"/>
          </p:cNvSpPr>
          <p:nvPr>
            <p:ph type="body" sz="quarter" idx="20"/>
          </p:nvPr>
        </p:nvSpPr>
        <p:spPr/>
        <p:txBody>
          <a:bodyPr/>
          <a:lstStyle/>
          <a:p>
            <a:endParaRPr lang="en-US" dirty="0"/>
          </a:p>
        </p:txBody>
      </p:sp>
      <p:sp>
        <p:nvSpPr>
          <p:cNvPr id="5" name="Text Placeholder 4">
            <a:extLst>
              <a:ext uri="{FF2B5EF4-FFF2-40B4-BE49-F238E27FC236}">
                <a16:creationId xmlns:a16="http://schemas.microsoft.com/office/drawing/2014/main" id="{B501D769-FB77-29C3-9FF6-4239A4F7E008}"/>
              </a:ext>
            </a:extLst>
          </p:cNvPr>
          <p:cNvSpPr>
            <a:spLocks noGrp="1"/>
          </p:cNvSpPr>
          <p:nvPr>
            <p:ph type="body" sz="quarter" idx="21"/>
          </p:nvPr>
        </p:nvSpPr>
        <p:spPr/>
        <p:txBody>
          <a:bodyPr/>
          <a:lstStyle/>
          <a:p>
            <a:endParaRPr lang="en-US"/>
          </a:p>
        </p:txBody>
      </p:sp>
      <p:sp>
        <p:nvSpPr>
          <p:cNvPr id="6" name="Text Placeholder 5">
            <a:extLst>
              <a:ext uri="{FF2B5EF4-FFF2-40B4-BE49-F238E27FC236}">
                <a16:creationId xmlns:a16="http://schemas.microsoft.com/office/drawing/2014/main" id="{E7785B9E-966A-DF72-876A-B73EBA282C5D}"/>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7D0CFA51-D1EC-DC66-0B00-6E9D6269955E}"/>
              </a:ext>
            </a:extLst>
          </p:cNvPr>
          <p:cNvSpPr>
            <a:spLocks noGrp="1"/>
          </p:cNvSpPr>
          <p:nvPr>
            <p:ph type="body" sz="quarter" idx="23"/>
          </p:nvPr>
        </p:nvSpPr>
        <p:spPr/>
        <p:txBody>
          <a:bodyPr/>
          <a:lstStyle/>
          <a:p>
            <a:endParaRPr lang="en-US"/>
          </a:p>
        </p:txBody>
      </p:sp>
      <p:sp>
        <p:nvSpPr>
          <p:cNvPr id="8" name="Text Placeholder 7">
            <a:extLst>
              <a:ext uri="{FF2B5EF4-FFF2-40B4-BE49-F238E27FC236}">
                <a16:creationId xmlns:a16="http://schemas.microsoft.com/office/drawing/2014/main" id="{2CAB9DD7-14D3-EF23-EE87-817E86023D65}"/>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DAC8A52F-A897-0D36-F185-C3C3C7728E1F}"/>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B9C74C3D-B344-EF09-DDF5-C76EB7DCC370}"/>
              </a:ext>
            </a:extLst>
          </p:cNvPr>
          <p:cNvSpPr>
            <a:spLocks noGrp="1"/>
          </p:cNvSpPr>
          <p:nvPr>
            <p:ph type="body" sz="quarter" idx="26"/>
          </p:nvPr>
        </p:nvSpPr>
        <p:spPr/>
        <p:txBody>
          <a:bodyPr/>
          <a:lstStyle/>
          <a:p>
            <a:endParaRPr lang="en-US"/>
          </a:p>
        </p:txBody>
      </p:sp>
      <p:sp>
        <p:nvSpPr>
          <p:cNvPr id="11" name="Text Placeholder 10">
            <a:extLst>
              <a:ext uri="{FF2B5EF4-FFF2-40B4-BE49-F238E27FC236}">
                <a16:creationId xmlns:a16="http://schemas.microsoft.com/office/drawing/2014/main" id="{1B359AF9-C36C-BCF4-17D2-B45B2D04160C}"/>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531808EB-FA79-E6E4-628A-7F47883E0D81}"/>
              </a:ext>
            </a:extLst>
          </p:cNvPr>
          <p:cNvSpPr>
            <a:spLocks noGrp="1"/>
          </p:cNvSpPr>
          <p:nvPr>
            <p:ph type="body" sz="quarter" idx="28"/>
          </p:nvPr>
        </p:nvSpPr>
        <p:spPr/>
        <p:txBody>
          <a:bodyPr/>
          <a:lstStyle/>
          <a:p>
            <a:endParaRPr lang="en-US"/>
          </a:p>
        </p:txBody>
      </p:sp>
      <p:sp>
        <p:nvSpPr>
          <p:cNvPr id="13" name="Text Placeholder 12">
            <a:extLst>
              <a:ext uri="{FF2B5EF4-FFF2-40B4-BE49-F238E27FC236}">
                <a16:creationId xmlns:a16="http://schemas.microsoft.com/office/drawing/2014/main" id="{F37FC049-A20D-FEF6-12C1-3D5EC2E35A9B}"/>
              </a:ext>
            </a:extLst>
          </p:cNvPr>
          <p:cNvSpPr>
            <a:spLocks noGrp="1"/>
          </p:cNvSpPr>
          <p:nvPr>
            <p:ph type="body" sz="quarter" idx="29"/>
          </p:nvPr>
        </p:nvSpPr>
        <p:spPr/>
        <p:txBody>
          <a:bodyPr/>
          <a:lstStyle/>
          <a:p>
            <a:endParaRPr lang="en-US"/>
          </a:p>
        </p:txBody>
      </p:sp>
      <p:sp>
        <p:nvSpPr>
          <p:cNvPr id="14" name="Text Placeholder 13">
            <a:extLst>
              <a:ext uri="{FF2B5EF4-FFF2-40B4-BE49-F238E27FC236}">
                <a16:creationId xmlns:a16="http://schemas.microsoft.com/office/drawing/2014/main" id="{D479FD41-4A2D-41DD-D441-5E0C970F4EA7}"/>
              </a:ext>
            </a:extLst>
          </p:cNvPr>
          <p:cNvSpPr>
            <a:spLocks noGrp="1"/>
          </p:cNvSpPr>
          <p:nvPr>
            <p:ph type="body" sz="quarter" idx="30"/>
          </p:nvPr>
        </p:nvSpPr>
        <p:spPr/>
        <p:txBody>
          <a:bodyPr/>
          <a:lstStyle/>
          <a:p>
            <a:endParaRPr lang="en-US"/>
          </a:p>
        </p:txBody>
      </p:sp>
      <p:sp>
        <p:nvSpPr>
          <p:cNvPr id="15" name="Text Placeholder 14">
            <a:extLst>
              <a:ext uri="{FF2B5EF4-FFF2-40B4-BE49-F238E27FC236}">
                <a16:creationId xmlns:a16="http://schemas.microsoft.com/office/drawing/2014/main" id="{796A898C-94D0-522A-42B9-C1F4E2032AEA}"/>
              </a:ext>
            </a:extLst>
          </p:cNvPr>
          <p:cNvSpPr>
            <a:spLocks noGrp="1"/>
          </p:cNvSpPr>
          <p:nvPr>
            <p:ph type="body" sz="quarter" idx="96"/>
          </p:nvPr>
        </p:nvSpPr>
        <p:spPr/>
        <p:txBody>
          <a:bodyPr/>
          <a:lstStyle/>
          <a:p>
            <a:endParaRPr lang="en-US"/>
          </a:p>
        </p:txBody>
      </p:sp>
      <p:sp>
        <p:nvSpPr>
          <p:cNvPr id="16" name="Text Placeholder 15">
            <a:extLst>
              <a:ext uri="{FF2B5EF4-FFF2-40B4-BE49-F238E27FC236}">
                <a16:creationId xmlns:a16="http://schemas.microsoft.com/office/drawing/2014/main" id="{FD873BD2-BC51-D4CF-6227-BD70D8993BCE}"/>
              </a:ext>
            </a:extLst>
          </p:cNvPr>
          <p:cNvSpPr>
            <a:spLocks noGrp="1"/>
          </p:cNvSpPr>
          <p:nvPr>
            <p:ph type="body" sz="quarter" idx="150"/>
          </p:nvPr>
        </p:nvSpPr>
        <p:spPr>
          <a:xfrm>
            <a:off x="11252201" y="2127657"/>
            <a:ext cx="21421724" cy="584775"/>
          </a:xfrm>
        </p:spPr>
        <p:txBody>
          <a:bodyPr/>
          <a:lstStyle/>
          <a:p>
            <a:r>
              <a:rPr lang="en-US" sz="3200" b="1" dirty="0"/>
              <a:t>Vincent Lu</a:t>
            </a:r>
          </a:p>
        </p:txBody>
      </p:sp>
      <p:sp>
        <p:nvSpPr>
          <p:cNvPr id="17" name="Text Placeholder 16">
            <a:extLst>
              <a:ext uri="{FF2B5EF4-FFF2-40B4-BE49-F238E27FC236}">
                <a16:creationId xmlns:a16="http://schemas.microsoft.com/office/drawing/2014/main" id="{3A079DE5-440D-9350-4281-DFC69F4D8AC5}"/>
              </a:ext>
            </a:extLst>
          </p:cNvPr>
          <p:cNvSpPr>
            <a:spLocks noGrp="1"/>
          </p:cNvSpPr>
          <p:nvPr>
            <p:ph type="body" sz="quarter" idx="184"/>
          </p:nvPr>
        </p:nvSpPr>
        <p:spPr>
          <a:xfrm>
            <a:off x="11247438" y="2861384"/>
            <a:ext cx="21421724" cy="646331"/>
          </a:xfrm>
        </p:spPr>
        <p:txBody>
          <a:bodyPr/>
          <a:lstStyle/>
          <a:p>
            <a:r>
              <a:rPr lang="en-US" b="1" dirty="0"/>
              <a:t>Basis Independent Fremont</a:t>
            </a:r>
          </a:p>
        </p:txBody>
      </p:sp>
      <p:sp>
        <p:nvSpPr>
          <p:cNvPr id="18" name="Text Placeholder 17">
            <a:extLst>
              <a:ext uri="{FF2B5EF4-FFF2-40B4-BE49-F238E27FC236}">
                <a16:creationId xmlns:a16="http://schemas.microsoft.com/office/drawing/2014/main" id="{F75C82C1-64D6-BAB4-77A1-5E3EE237B55D}"/>
              </a:ext>
            </a:extLst>
          </p:cNvPr>
          <p:cNvSpPr>
            <a:spLocks noGrp="1"/>
          </p:cNvSpPr>
          <p:nvPr>
            <p:ph type="body" sz="quarter" idx="185"/>
          </p:nvPr>
        </p:nvSpPr>
        <p:spPr>
          <a:xfrm>
            <a:off x="11252201" y="442117"/>
            <a:ext cx="21056202" cy="1581972"/>
          </a:xfrm>
        </p:spPr>
        <p:txBody>
          <a:bodyPr/>
          <a:lstStyle/>
          <a:p>
            <a:r>
              <a:rPr lang="en-US" sz="4400" dirty="0"/>
              <a:t>Exploring Innovative Machine Learning Models for </a:t>
            </a:r>
          </a:p>
          <a:p>
            <a:r>
              <a:rPr lang="en-US" sz="4400" dirty="0"/>
              <a:t>Soil CO2 Emission Forecasting</a:t>
            </a:r>
          </a:p>
        </p:txBody>
      </p:sp>
    </p:spTree>
    <p:extLst>
      <p:ext uri="{BB962C8B-B14F-4D97-AF65-F5344CB8AC3E}">
        <p14:creationId xmlns:p14="http://schemas.microsoft.com/office/powerpoint/2010/main" val="3638488073"/>
      </p:ext>
    </p:extLst>
  </p:cSld>
  <p:clrMapOvr>
    <a:masterClrMapping/>
  </p:clrMapOvr>
</p:sld>
</file>

<file path=ppt/theme/theme1.xml><?xml version="1.0" encoding="utf-8"?>
<a:theme xmlns:a="http://schemas.openxmlformats.org/drawingml/2006/main" name="36x48 Trifold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PosterPresentations.com-36x48_Trifold_Template-V3</Template>
  <TotalTime>541</TotalTime>
  <Words>16</Words>
  <Application>Microsoft Office PowerPoint</Application>
  <PresentationFormat>Custom</PresentationFormat>
  <Paragraphs>5</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Century Gothic</vt:lpstr>
      <vt:lpstr>Times New Roman</vt:lpstr>
      <vt:lpstr>Trebuchet MS</vt:lpstr>
      <vt:lpstr>36x48 Trifold 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Trifold PowerPoint Poster Presentation</dc:title>
  <dc:subject>Research poster presentation template</dc:subject>
  <dc:creator>PosterPresentations.com</dc:creator>
  <cp:keywords>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Joshua Lu</cp:lastModifiedBy>
  <cp:revision>42</cp:revision>
  <dcterms:created xsi:type="dcterms:W3CDTF">2012-02-03T23:30:52Z</dcterms:created>
  <dcterms:modified xsi:type="dcterms:W3CDTF">2025-02-24T06:26:19Z</dcterms:modified>
  <cp:category>Research poster templates</cp:category>
</cp:coreProperties>
</file>